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5B21B6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5B21B6">
              <a:alpha val="30000"/>
            </a:srgbClr>
          </a:solidFill>
          <a:ln/>
        </p:spPr>
      </p:sp>
      <p:sp>
        <p:nvSpPr>
          <p:cNvPr id="4" name="CompanyName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5200" dirty="0"/>
          </a:p>
        </p:txBody>
      </p:sp>
      <p:sp>
        <p:nvSpPr>
          <p:cNvPr id="5" name="Title"/>
          <p:cNvSpPr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2743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Headline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400" dirty="0"/>
          </a:p>
        </p:txBody>
      </p:sp>
      <p:sp>
        <p:nvSpPr>
          <p:cNvPr id="8" name="Subtext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9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3200" dirty="0"/>
          </a:p>
        </p:txBody>
      </p:sp>
      <p:sp>
        <p:nvSpPr>
          <p:cNvPr id="4" name="Title"/>
          <p:cNvSpPr/>
          <p:nvPr/>
        </p:nvSpPr>
        <p:spPr>
          <a:xfrm>
            <a:off x="146304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400" dirty="0"/>
          </a:p>
        </p:txBody>
      </p:sp>
      <p:sp>
        <p:nvSpPr>
          <p:cNvPr id="5" name="Headline"/>
          <p:cNvSpPr/>
          <p:nvPr/>
        </p:nvSpPr>
        <p:spPr>
          <a:xfrm>
            <a:off x="1463040" y="640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9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200" dirty="0"/>
          </a:p>
        </p:txBody>
      </p:sp>
      <p:sp>
        <p:nvSpPr>
          <p:cNvPr id="6" name="Subtext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Bullets"/>
          <p:cNvSpPr/>
          <p:nvPr/>
        </p:nvSpPr>
        <p:spPr>
          <a:xfrm>
            <a:off x="731520" y="2468880"/>
            <a:ext cx="7680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37760"/>
            <a:ext cx="914400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CompanyName"/>
          <p:cNvSpPr/>
          <p:nvPr/>
        </p:nvSpPr>
        <p:spPr>
          <a:xfrm>
            <a:off x="6400800" y="4663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3200" dirty="0"/>
          </a:p>
        </p:txBody>
      </p:sp>
      <p:sp>
        <p:nvSpPr>
          <p:cNvPr id="4" name="Title"/>
          <p:cNvSpPr/>
          <p:nvPr/>
        </p:nvSpPr>
        <p:spPr>
          <a:xfrm>
            <a:off x="146304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400" dirty="0"/>
          </a:p>
        </p:txBody>
      </p:sp>
      <p:sp>
        <p:nvSpPr>
          <p:cNvPr id="5" name="Headline"/>
          <p:cNvSpPr/>
          <p:nvPr/>
        </p:nvSpPr>
        <p:spPr>
          <a:xfrm>
            <a:off x="1463040" y="640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9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200" dirty="0"/>
          </a:p>
        </p:txBody>
      </p:sp>
      <p:sp>
        <p:nvSpPr>
          <p:cNvPr id="6" name="Subtext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Bullets"/>
          <p:cNvSpPr/>
          <p:nvPr/>
        </p:nvSpPr>
        <p:spPr>
          <a:xfrm>
            <a:off x="731520" y="2468880"/>
            <a:ext cx="7680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37760"/>
            <a:ext cx="914400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CompanyName"/>
          <p:cNvSpPr/>
          <p:nvPr/>
        </p:nvSpPr>
        <p:spPr>
          <a:xfrm>
            <a:off x="6400800" y="4663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3200" dirty="0"/>
          </a:p>
        </p:txBody>
      </p:sp>
      <p:sp>
        <p:nvSpPr>
          <p:cNvPr id="4" name="Title"/>
          <p:cNvSpPr/>
          <p:nvPr/>
        </p:nvSpPr>
        <p:spPr>
          <a:xfrm>
            <a:off x="146304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400" dirty="0"/>
          </a:p>
        </p:txBody>
      </p:sp>
      <p:sp>
        <p:nvSpPr>
          <p:cNvPr id="5" name="Headline"/>
          <p:cNvSpPr/>
          <p:nvPr/>
        </p:nvSpPr>
        <p:spPr>
          <a:xfrm>
            <a:off x="1463040" y="640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9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200" dirty="0"/>
          </a:p>
        </p:txBody>
      </p:sp>
      <p:sp>
        <p:nvSpPr>
          <p:cNvPr id="6" name="Subtext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Bullets"/>
          <p:cNvSpPr/>
          <p:nvPr/>
        </p:nvSpPr>
        <p:spPr>
          <a:xfrm>
            <a:off x="731520" y="2468880"/>
            <a:ext cx="7680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37760"/>
            <a:ext cx="914400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CompanyName"/>
          <p:cNvSpPr/>
          <p:nvPr/>
        </p:nvSpPr>
        <p:spPr>
          <a:xfrm>
            <a:off x="6400800" y="4663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3200" dirty="0"/>
          </a:p>
        </p:txBody>
      </p:sp>
      <p:sp>
        <p:nvSpPr>
          <p:cNvPr id="4" name="Title"/>
          <p:cNvSpPr/>
          <p:nvPr/>
        </p:nvSpPr>
        <p:spPr>
          <a:xfrm>
            <a:off x="146304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400" dirty="0"/>
          </a:p>
        </p:txBody>
      </p:sp>
      <p:sp>
        <p:nvSpPr>
          <p:cNvPr id="5" name="Headline"/>
          <p:cNvSpPr/>
          <p:nvPr/>
        </p:nvSpPr>
        <p:spPr>
          <a:xfrm>
            <a:off x="1463040" y="640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9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200" dirty="0"/>
          </a:p>
        </p:txBody>
      </p:sp>
      <p:sp>
        <p:nvSpPr>
          <p:cNvPr id="6" name="Subtext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Bullets"/>
          <p:cNvSpPr/>
          <p:nvPr/>
        </p:nvSpPr>
        <p:spPr>
          <a:xfrm>
            <a:off x="731520" y="2468880"/>
            <a:ext cx="7680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37760"/>
            <a:ext cx="914400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CompanyName"/>
          <p:cNvSpPr/>
          <p:nvPr/>
        </p:nvSpPr>
        <p:spPr>
          <a:xfrm>
            <a:off x="6400800" y="4663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3200" dirty="0"/>
          </a:p>
        </p:txBody>
      </p:sp>
      <p:sp>
        <p:nvSpPr>
          <p:cNvPr id="4" name="Title"/>
          <p:cNvSpPr/>
          <p:nvPr/>
        </p:nvSpPr>
        <p:spPr>
          <a:xfrm>
            <a:off x="146304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400" dirty="0"/>
          </a:p>
        </p:txBody>
      </p:sp>
      <p:sp>
        <p:nvSpPr>
          <p:cNvPr id="5" name="Headline"/>
          <p:cNvSpPr/>
          <p:nvPr/>
        </p:nvSpPr>
        <p:spPr>
          <a:xfrm>
            <a:off x="1463040" y="640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9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200" dirty="0"/>
          </a:p>
        </p:txBody>
      </p:sp>
      <p:sp>
        <p:nvSpPr>
          <p:cNvPr id="6" name="Subtext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Bullets"/>
          <p:cNvSpPr/>
          <p:nvPr/>
        </p:nvSpPr>
        <p:spPr>
          <a:xfrm>
            <a:off x="731520" y="2468880"/>
            <a:ext cx="7680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37760"/>
            <a:ext cx="914400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CompanyName"/>
          <p:cNvSpPr/>
          <p:nvPr/>
        </p:nvSpPr>
        <p:spPr>
          <a:xfrm>
            <a:off x="6400800" y="4663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3200" dirty="0"/>
          </a:p>
        </p:txBody>
      </p:sp>
      <p:sp>
        <p:nvSpPr>
          <p:cNvPr id="4" name="Title"/>
          <p:cNvSpPr/>
          <p:nvPr/>
        </p:nvSpPr>
        <p:spPr>
          <a:xfrm>
            <a:off x="146304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400" dirty="0"/>
          </a:p>
        </p:txBody>
      </p:sp>
      <p:sp>
        <p:nvSpPr>
          <p:cNvPr id="5" name="Headline"/>
          <p:cNvSpPr/>
          <p:nvPr/>
        </p:nvSpPr>
        <p:spPr>
          <a:xfrm>
            <a:off x="1463040" y="640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9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200" dirty="0"/>
          </a:p>
        </p:txBody>
      </p:sp>
      <p:sp>
        <p:nvSpPr>
          <p:cNvPr id="6" name="Subtext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Bullets"/>
          <p:cNvSpPr/>
          <p:nvPr/>
        </p:nvSpPr>
        <p:spPr>
          <a:xfrm>
            <a:off x="731520" y="2468880"/>
            <a:ext cx="7680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37760"/>
            <a:ext cx="914400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CompanyName"/>
          <p:cNvSpPr/>
          <p:nvPr/>
        </p:nvSpPr>
        <p:spPr>
          <a:xfrm>
            <a:off x="6400800" y="4663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3200" dirty="0"/>
          </a:p>
        </p:txBody>
      </p:sp>
      <p:sp>
        <p:nvSpPr>
          <p:cNvPr id="4" name="Title"/>
          <p:cNvSpPr/>
          <p:nvPr/>
        </p:nvSpPr>
        <p:spPr>
          <a:xfrm>
            <a:off x="146304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400" dirty="0"/>
          </a:p>
        </p:txBody>
      </p:sp>
      <p:sp>
        <p:nvSpPr>
          <p:cNvPr id="5" name="Headline"/>
          <p:cNvSpPr/>
          <p:nvPr/>
        </p:nvSpPr>
        <p:spPr>
          <a:xfrm>
            <a:off x="1463040" y="640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9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200" dirty="0"/>
          </a:p>
        </p:txBody>
      </p:sp>
      <p:sp>
        <p:nvSpPr>
          <p:cNvPr id="6" name="Subtext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Bullets"/>
          <p:cNvSpPr/>
          <p:nvPr/>
        </p:nvSpPr>
        <p:spPr>
          <a:xfrm>
            <a:off x="731520" y="2468880"/>
            <a:ext cx="7680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37760"/>
            <a:ext cx="914400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CompanyName"/>
          <p:cNvSpPr/>
          <p:nvPr/>
        </p:nvSpPr>
        <p:spPr>
          <a:xfrm>
            <a:off x="6400800" y="4663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3200" dirty="0"/>
          </a:p>
        </p:txBody>
      </p:sp>
      <p:sp>
        <p:nvSpPr>
          <p:cNvPr id="4" name="Title"/>
          <p:cNvSpPr/>
          <p:nvPr/>
        </p:nvSpPr>
        <p:spPr>
          <a:xfrm>
            <a:off x="146304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400" dirty="0"/>
          </a:p>
        </p:txBody>
      </p:sp>
      <p:sp>
        <p:nvSpPr>
          <p:cNvPr id="5" name="Headline"/>
          <p:cNvSpPr/>
          <p:nvPr/>
        </p:nvSpPr>
        <p:spPr>
          <a:xfrm>
            <a:off x="1463040" y="640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9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200" dirty="0"/>
          </a:p>
        </p:txBody>
      </p:sp>
      <p:sp>
        <p:nvSpPr>
          <p:cNvPr id="6" name="Subtext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Bullets"/>
          <p:cNvSpPr/>
          <p:nvPr/>
        </p:nvSpPr>
        <p:spPr>
          <a:xfrm>
            <a:off x="731520" y="2468880"/>
            <a:ext cx="7680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37760"/>
            <a:ext cx="914400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CompanyName"/>
          <p:cNvSpPr/>
          <p:nvPr/>
        </p:nvSpPr>
        <p:spPr>
          <a:xfrm>
            <a:off x="6400800" y="4663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3200" dirty="0"/>
          </a:p>
        </p:txBody>
      </p:sp>
      <p:sp>
        <p:nvSpPr>
          <p:cNvPr id="4" name="Title"/>
          <p:cNvSpPr/>
          <p:nvPr/>
        </p:nvSpPr>
        <p:spPr>
          <a:xfrm>
            <a:off x="146304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400" dirty="0"/>
          </a:p>
        </p:txBody>
      </p:sp>
      <p:sp>
        <p:nvSpPr>
          <p:cNvPr id="5" name="Headline"/>
          <p:cNvSpPr/>
          <p:nvPr/>
        </p:nvSpPr>
        <p:spPr>
          <a:xfrm>
            <a:off x="1463040" y="640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9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200" dirty="0"/>
          </a:p>
        </p:txBody>
      </p:sp>
      <p:sp>
        <p:nvSpPr>
          <p:cNvPr id="6" name="Subtext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Bullets"/>
          <p:cNvSpPr/>
          <p:nvPr/>
        </p:nvSpPr>
        <p:spPr>
          <a:xfrm>
            <a:off x="731520" y="2468880"/>
            <a:ext cx="7680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37760"/>
            <a:ext cx="914400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CompanyName"/>
          <p:cNvSpPr/>
          <p:nvPr/>
        </p:nvSpPr>
        <p:spPr>
          <a:xfrm>
            <a:off x="6400800" y="4663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3200" dirty="0"/>
          </a:p>
        </p:txBody>
      </p:sp>
      <p:sp>
        <p:nvSpPr>
          <p:cNvPr id="4" name="Title"/>
          <p:cNvSpPr/>
          <p:nvPr/>
        </p:nvSpPr>
        <p:spPr>
          <a:xfrm>
            <a:off x="146304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400" dirty="0"/>
          </a:p>
        </p:txBody>
      </p:sp>
      <p:sp>
        <p:nvSpPr>
          <p:cNvPr id="5" name="Headline"/>
          <p:cNvSpPr/>
          <p:nvPr/>
        </p:nvSpPr>
        <p:spPr>
          <a:xfrm>
            <a:off x="1463040" y="640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9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200" dirty="0"/>
          </a:p>
        </p:txBody>
      </p:sp>
      <p:sp>
        <p:nvSpPr>
          <p:cNvPr id="6" name="Subtext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Bullets"/>
          <p:cNvSpPr/>
          <p:nvPr/>
        </p:nvSpPr>
        <p:spPr>
          <a:xfrm>
            <a:off x="731520" y="2468880"/>
            <a:ext cx="7680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37760"/>
            <a:ext cx="914400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CompanyName"/>
          <p:cNvSpPr/>
          <p:nvPr/>
        </p:nvSpPr>
        <p:spPr>
          <a:xfrm>
            <a:off x="6400800" y="4663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3200" dirty="0"/>
          </a:p>
        </p:txBody>
      </p:sp>
      <p:sp>
        <p:nvSpPr>
          <p:cNvPr id="4" name="Title"/>
          <p:cNvSpPr/>
          <p:nvPr/>
        </p:nvSpPr>
        <p:spPr>
          <a:xfrm>
            <a:off x="146304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400" dirty="0"/>
          </a:p>
        </p:txBody>
      </p:sp>
      <p:sp>
        <p:nvSpPr>
          <p:cNvPr id="5" name="Headline"/>
          <p:cNvSpPr/>
          <p:nvPr/>
        </p:nvSpPr>
        <p:spPr>
          <a:xfrm>
            <a:off x="1463040" y="640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9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200" dirty="0"/>
          </a:p>
        </p:txBody>
      </p:sp>
      <p:sp>
        <p:nvSpPr>
          <p:cNvPr id="6" name="Subtext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Bullets"/>
          <p:cNvSpPr/>
          <p:nvPr/>
        </p:nvSpPr>
        <p:spPr>
          <a:xfrm>
            <a:off x="731520" y="2468880"/>
            <a:ext cx="7680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E1B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37760"/>
            <a:ext cx="914400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CompanyName"/>
          <p:cNvSpPr/>
          <p:nvPr/>
        </p:nvSpPr>
        <p:spPr>
          <a:xfrm>
            <a:off x="6400800" y="4663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4572000" cy="4572000"/>
          </a:xfrm>
          <a:prstGeom prst="ellipse">
            <a:avLst/>
          </a:prstGeom>
          <a:solidFill>
            <a:srgbClr val="5B21B6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200400" y="2651760"/>
            <a:ext cx="2743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CompanyName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2400" dirty="0"/>
          </a:p>
        </p:txBody>
      </p:sp>
      <p:sp>
        <p:nvSpPr>
          <p:cNvPr id="6" name="Subtext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E9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BizPlan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Vibrant IR Template</dc:title>
  <dc:subject>IR Presentation Template - Vibrant</dc:subject>
  <dc:creator>BizPlan AI</dc:creator>
  <cp:lastModifiedBy>BizPlan AI</cp:lastModifiedBy>
  <cp:revision>1</cp:revision>
  <dcterms:created xsi:type="dcterms:W3CDTF">2026-02-21T08:22:46Z</dcterms:created>
  <dcterms:modified xsi:type="dcterms:W3CDTF">2026-02-21T08:22:46Z</dcterms:modified>
</cp:coreProperties>
</file>