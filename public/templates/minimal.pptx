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CompanyName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4400" dirty="0"/>
          </a:p>
        </p:txBody>
      </p:sp>
      <p:sp>
        <p:nvSpPr>
          <p:cNvPr id="4" name="Title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200" dirty="0"/>
          </a:p>
        </p:txBody>
      </p:sp>
      <p:sp>
        <p:nvSpPr>
          <p:cNvPr id="5" name="Headline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400" dirty="0"/>
          </a:p>
        </p:txBody>
      </p:sp>
      <p:sp>
        <p:nvSpPr>
          <p:cNvPr id="6" name="Subtext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4389120"/>
            <a:ext cx="1828800" cy="27432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itle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371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Headline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600" dirty="0"/>
          </a:p>
        </p:txBody>
      </p:sp>
      <p:sp>
        <p:nvSpPr>
          <p:cNvPr id="8" name="Subtext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9" name="Bullets"/>
          <p:cNvSpPr/>
          <p:nvPr/>
        </p:nvSpPr>
        <p:spPr>
          <a:xfrm>
            <a:off x="731520" y="26517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CompanyName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itle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371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Headline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600" dirty="0"/>
          </a:p>
        </p:txBody>
      </p:sp>
      <p:sp>
        <p:nvSpPr>
          <p:cNvPr id="8" name="Subtext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9" name="Bullets"/>
          <p:cNvSpPr/>
          <p:nvPr/>
        </p:nvSpPr>
        <p:spPr>
          <a:xfrm>
            <a:off x="731520" y="26517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CompanyName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itle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371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Headline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600" dirty="0"/>
          </a:p>
        </p:txBody>
      </p:sp>
      <p:sp>
        <p:nvSpPr>
          <p:cNvPr id="8" name="Subtext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9" name="Bullets"/>
          <p:cNvSpPr/>
          <p:nvPr/>
        </p:nvSpPr>
        <p:spPr>
          <a:xfrm>
            <a:off x="731520" y="26517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CompanyName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itle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371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Headline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600" dirty="0"/>
          </a:p>
        </p:txBody>
      </p:sp>
      <p:sp>
        <p:nvSpPr>
          <p:cNvPr id="8" name="Subtext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9" name="Bullets"/>
          <p:cNvSpPr/>
          <p:nvPr/>
        </p:nvSpPr>
        <p:spPr>
          <a:xfrm>
            <a:off x="731520" y="26517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CompanyName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itle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371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Headline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600" dirty="0"/>
          </a:p>
        </p:txBody>
      </p:sp>
      <p:sp>
        <p:nvSpPr>
          <p:cNvPr id="8" name="Subtext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9" name="Bullets"/>
          <p:cNvSpPr/>
          <p:nvPr/>
        </p:nvSpPr>
        <p:spPr>
          <a:xfrm>
            <a:off x="731520" y="26517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CompanyName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itle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371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Headline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600" dirty="0"/>
          </a:p>
        </p:txBody>
      </p:sp>
      <p:sp>
        <p:nvSpPr>
          <p:cNvPr id="8" name="Subtext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9" name="Bullets"/>
          <p:cNvSpPr/>
          <p:nvPr/>
        </p:nvSpPr>
        <p:spPr>
          <a:xfrm>
            <a:off x="731520" y="26517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CompanyName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itle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371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Headline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600" dirty="0"/>
          </a:p>
        </p:txBody>
      </p:sp>
      <p:sp>
        <p:nvSpPr>
          <p:cNvPr id="8" name="Subtext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9" name="Bullets"/>
          <p:cNvSpPr/>
          <p:nvPr/>
        </p:nvSpPr>
        <p:spPr>
          <a:xfrm>
            <a:off x="731520" y="26517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CompanyName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itle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371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Headline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600" dirty="0"/>
          </a:p>
        </p:txBody>
      </p:sp>
      <p:sp>
        <p:nvSpPr>
          <p:cNvPr id="8" name="Subtext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9" name="Bullets"/>
          <p:cNvSpPr/>
          <p:nvPr/>
        </p:nvSpPr>
        <p:spPr>
          <a:xfrm>
            <a:off x="731520" y="26517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CompanyName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itle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371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Headline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600" dirty="0"/>
          </a:p>
        </p:txBody>
      </p:sp>
      <p:sp>
        <p:nvSpPr>
          <p:cNvPr id="8" name="Subtext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9" name="Bullets"/>
          <p:cNvSpPr/>
          <p:nvPr/>
        </p:nvSpPr>
        <p:spPr>
          <a:xfrm>
            <a:off x="731520" y="26517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CompanyName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itle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371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Headline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600" dirty="0"/>
          </a:p>
        </p:txBody>
      </p:sp>
      <p:sp>
        <p:nvSpPr>
          <p:cNvPr id="8" name="Subtext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9" name="Bullets"/>
          <p:cNvSpPr/>
          <p:nvPr/>
        </p:nvSpPr>
        <p:spPr>
          <a:xfrm>
            <a:off x="731520" y="26517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CompanyName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itle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371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Headline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</a:t>
            </a:r>
            <a:endParaRPr lang="en-US" sz="1600" dirty="0"/>
          </a:p>
        </p:txBody>
      </p:sp>
      <p:sp>
        <p:nvSpPr>
          <p:cNvPr id="8" name="Subtext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200" dirty="0"/>
          </a:p>
        </p:txBody>
      </p:sp>
      <p:sp>
        <p:nvSpPr>
          <p:cNvPr id="9" name="Bullets"/>
          <p:cNvSpPr/>
          <p:nvPr/>
        </p:nvSpPr>
        <p:spPr>
          <a:xfrm>
            <a:off x="731520" y="26517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Bullets</a:t>
            </a:r>
            <a:endParaRPr lang="en-US" sz="1300" dirty="0"/>
          </a:p>
        </p:txBody>
      </p:sp>
      <p:sp>
        <p:nvSpPr>
          <p:cNvPr id="10" name="CompanyName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2560320"/>
            <a:ext cx="18288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CompanyName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CompanyName</a:t>
            </a:r>
            <a:endParaRPr lang="en-US" sz="2200" dirty="0"/>
          </a:p>
        </p:txBody>
      </p:sp>
      <p:sp>
        <p:nvSpPr>
          <p:cNvPr id="6" name="Subtext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Subtext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BizPlan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 IR Template</dc:title>
  <dc:subject>IR Presentation Template - Minimal</dc:subject>
  <dc:creator>BizPlan AI</dc:creator>
  <cp:lastModifiedBy>BizPlan AI</cp:lastModifiedBy>
  <cp:revision>1</cp:revision>
  <dcterms:created xsi:type="dcterms:W3CDTF">2026-02-21T08:22:46Z</dcterms:created>
  <dcterms:modified xsi:type="dcterms:W3CDTF">2026-02-21T08:22:46Z</dcterms:modified>
</cp:coreProperties>
</file>